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handoutMasterIdLst>
    <p:handoutMasterId r:id="rId23"/>
  </p:handoutMasterIdLst>
  <p:sldIdLst>
    <p:sldId id="264" r:id="rId2"/>
    <p:sldId id="265" r:id="rId3"/>
    <p:sldId id="291" r:id="rId4"/>
    <p:sldId id="266" r:id="rId5"/>
    <p:sldId id="272" r:id="rId6"/>
    <p:sldId id="273" r:id="rId7"/>
    <p:sldId id="267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4" r:id="rId18"/>
    <p:sldId id="285" r:id="rId19"/>
    <p:sldId id="296" r:id="rId20"/>
    <p:sldId id="297" r:id="rId2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590" autoAdjust="0"/>
  </p:normalViewPr>
  <p:slideViewPr>
    <p:cSldViewPr>
      <p:cViewPr varScale="1">
        <p:scale>
          <a:sx n="99" d="100"/>
          <a:sy n="99" d="100"/>
        </p:scale>
        <p:origin x="19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11</a:t>
            </a:r>
          </a:p>
          <a:p>
            <a:pPr eaLnBrk="1" hangingPunct="1"/>
            <a:r>
              <a:rPr lang="fr-FR" altLang="fr-FR" dirty="0"/>
              <a:t>Système </a:t>
            </a:r>
            <a:r>
              <a:rPr lang="fr-FR" altLang="fr-FR"/>
              <a:t>et fichiers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Scripting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est très utilisé pour du </a:t>
            </a:r>
            <a:r>
              <a:rPr lang="fr-FR" dirty="0" err="1"/>
              <a:t>scripting</a:t>
            </a:r>
            <a:r>
              <a:rPr lang="fr-FR" dirty="0"/>
              <a:t> d’OS</a:t>
            </a:r>
          </a:p>
          <a:p>
            <a:pPr lvl="1"/>
            <a:r>
              <a:rPr lang="fr-FR" dirty="0"/>
              <a:t>Utilise des fonctions systèmes</a:t>
            </a:r>
          </a:p>
          <a:p>
            <a:r>
              <a:rPr lang="fr-FR" dirty="0"/>
              <a:t>Modules OS, Sys, …</a:t>
            </a:r>
          </a:p>
        </p:txBody>
      </p:sp>
    </p:spTree>
    <p:extLst>
      <p:ext uri="{BB962C8B-B14F-4D97-AF65-F5344CB8AC3E}">
        <p14:creationId xmlns:p14="http://schemas.microsoft.com/office/powerpoint/2010/main" val="121104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Datetime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268760"/>
            <a:ext cx="6768752" cy="477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2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Système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Module </a:t>
            </a:r>
            <a:r>
              <a:rPr lang="fr-FR" dirty="0" err="1"/>
              <a:t>sys</a:t>
            </a:r>
            <a:endParaRPr lang="fr-FR" dirty="0"/>
          </a:p>
          <a:p>
            <a:r>
              <a:rPr lang="fr-FR" dirty="0"/>
              <a:t>Accès à la CLI (Command Line Interface)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s</a:t>
            </a:r>
            <a:r>
              <a:rPr lang="fr-FR"/>
              <a:t>ys.exit</a:t>
            </a:r>
            <a:r>
              <a:rPr lang="fr-FR" dirty="0"/>
              <a:t>(0)</a:t>
            </a:r>
          </a:p>
          <a:p>
            <a:pPr lvl="1"/>
            <a:r>
              <a:rPr lang="fr-FR" dirty="0"/>
              <a:t>Sortie du programme avec code d’erreur 0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636912"/>
            <a:ext cx="5797758" cy="158417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405" y="4440123"/>
            <a:ext cx="2428515" cy="30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Accéder aux arguments de la CLI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Sys.argv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128" y="1377021"/>
            <a:ext cx="5857310" cy="167543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1" y="3528264"/>
            <a:ext cx="6012160" cy="296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3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Arguments complexes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Lorsque les arguments sont de type – et -- il existe un module pour </a:t>
            </a:r>
            <a:r>
              <a:rPr lang="fr-FR" dirty="0" err="1"/>
              <a:t>parser</a:t>
            </a:r>
            <a:r>
              <a:rPr lang="fr-FR" dirty="0"/>
              <a:t> facilement ces argument</a:t>
            </a:r>
          </a:p>
          <a:p>
            <a:pPr lvl="1"/>
            <a:r>
              <a:rPr lang="fr-FR" dirty="0"/>
              <a:t>Par exemple –h et –help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6" y="2852936"/>
            <a:ext cx="7037217" cy="266429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906" y="4725144"/>
            <a:ext cx="4379665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2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Module os</a:t>
            </a:r>
          </a:p>
          <a:p>
            <a:pPr lvl="1"/>
            <a:r>
              <a:rPr lang="fr-FR" dirty="0" err="1"/>
              <a:t>Getcwd</a:t>
            </a:r>
            <a:r>
              <a:rPr lang="fr-FR" dirty="0"/>
              <a:t>() (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Working</a:t>
            </a:r>
            <a:r>
              <a:rPr lang="fr-FR" dirty="0"/>
              <a:t> Directory)</a:t>
            </a:r>
          </a:p>
          <a:p>
            <a:pPr lvl="1"/>
            <a:r>
              <a:rPr lang="fr-FR" dirty="0" err="1"/>
              <a:t>os.getcwd</a:t>
            </a:r>
            <a:r>
              <a:rPr lang="fr-FR" dirty="0"/>
              <a:t>()</a:t>
            </a:r>
          </a:p>
          <a:p>
            <a:r>
              <a:rPr lang="fr-FR" dirty="0" err="1"/>
              <a:t>Accés</a:t>
            </a:r>
            <a:r>
              <a:rPr lang="fr-FR" dirty="0"/>
              <a:t> à une commande système</a:t>
            </a:r>
          </a:p>
          <a:p>
            <a:pPr lvl="1"/>
            <a:r>
              <a:rPr lang="fr-FR" dirty="0" err="1"/>
              <a:t>os.system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Renvoie un code d’erreur</a:t>
            </a:r>
          </a:p>
          <a:p>
            <a:pPr lvl="1"/>
            <a:endParaRPr lang="fr-FR" dirty="0"/>
          </a:p>
          <a:p>
            <a:pPr lvl="1"/>
            <a:r>
              <a:rPr lang="fr-FR" dirty="0" err="1"/>
              <a:t>os.popen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Renvoie un pipe à lire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4221088"/>
            <a:ext cx="3280760" cy="42138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596" y="4797152"/>
            <a:ext cx="4052652" cy="124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2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est très utilisé pour la gestion des fichiers</a:t>
            </a:r>
          </a:p>
          <a:p>
            <a:pPr lvl="1"/>
            <a:r>
              <a:rPr lang="fr-FR" dirty="0"/>
              <a:t>Héritier de Perl</a:t>
            </a:r>
          </a:p>
          <a:p>
            <a:pPr lvl="1"/>
            <a:r>
              <a:rPr lang="fr-FR" dirty="0"/>
              <a:t>Scripting</a:t>
            </a:r>
          </a:p>
          <a:p>
            <a:pPr lvl="1"/>
            <a:r>
              <a:rPr lang="fr-FR" dirty="0"/>
              <a:t>Facile</a:t>
            </a:r>
          </a:p>
          <a:p>
            <a:r>
              <a:rPr lang="fr-FR" dirty="0"/>
              <a:t>Module os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Préférer les chemins relatifs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3933056"/>
            <a:ext cx="3188339" cy="4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03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Ouverture d’un fichier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Open permet d’ouvrir un fichier</a:t>
            </a:r>
          </a:p>
          <a:p>
            <a:r>
              <a:rPr lang="en-US" altLang="fr-FR" dirty="0"/>
              <a:t>f = open(filename)</a:t>
            </a:r>
            <a:endParaRPr lang="en-US" dirty="0"/>
          </a:p>
          <a:p>
            <a:r>
              <a:rPr lang="en-US" dirty="0" err="1"/>
              <a:t>Ouverture</a:t>
            </a:r>
            <a:r>
              <a:rPr lang="en-US" dirty="0"/>
              <a:t> un </a:t>
            </a:r>
            <a:r>
              <a:rPr lang="en-US" dirty="0" err="1"/>
              <a:t>peu</a:t>
            </a:r>
            <a:r>
              <a:rPr lang="en-US" dirty="0"/>
              <a:t> plus </a:t>
            </a:r>
            <a:r>
              <a:rPr lang="en-US" dirty="0" err="1"/>
              <a:t>complexe</a:t>
            </a:r>
            <a:endParaRPr lang="en-US" dirty="0"/>
          </a:p>
          <a:p>
            <a:pPr lvl="1"/>
            <a:r>
              <a:rPr lang="en-US" dirty="0"/>
              <a:t>f = open(filename[, mode[, </a:t>
            </a:r>
            <a:r>
              <a:rPr lang="en-US" dirty="0" err="1"/>
              <a:t>buffersize</a:t>
            </a:r>
            <a:r>
              <a:rPr lang="en-US" dirty="0"/>
              <a:t>])</a:t>
            </a:r>
          </a:p>
          <a:p>
            <a:r>
              <a:rPr lang="en-US" dirty="0"/>
              <a:t>Mode</a:t>
            </a:r>
          </a:p>
          <a:p>
            <a:pPr lvl="1"/>
            <a:r>
              <a:rPr lang="en-US" dirty="0"/>
              <a:t>r : read</a:t>
            </a:r>
          </a:p>
          <a:p>
            <a:pPr lvl="1"/>
            <a:r>
              <a:rPr lang="en-US" dirty="0"/>
              <a:t>w : write</a:t>
            </a:r>
          </a:p>
          <a:p>
            <a:pPr lvl="1"/>
            <a:r>
              <a:rPr lang="en-US" dirty="0"/>
              <a:t>a : append</a:t>
            </a:r>
          </a:p>
          <a:p>
            <a:pPr lvl="1"/>
            <a:endParaRPr lang="en-US" dirty="0"/>
          </a:p>
          <a:p>
            <a:r>
              <a:rPr lang="en-US" dirty="0" err="1"/>
              <a:t>Buffersize</a:t>
            </a:r>
            <a:endParaRPr lang="en-US" dirty="0"/>
          </a:p>
          <a:p>
            <a:pPr lvl="1"/>
            <a:r>
              <a:rPr lang="en-US" dirty="0"/>
              <a:t>0=unbuffered; 1=line-buffered; buffered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3933056"/>
            <a:ext cx="5909799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5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Modes avancés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L’ouverture</a:t>
            </a:r>
            <a:r>
              <a:rPr lang="en-US" dirty="0"/>
              <a:t> du </a:t>
            </a:r>
            <a:r>
              <a:rPr lang="en-US" dirty="0" err="1"/>
              <a:t>fichier</a:t>
            </a:r>
            <a:r>
              <a:rPr lang="en-US" dirty="0"/>
              <a:t> se fait par </a:t>
            </a:r>
            <a:r>
              <a:rPr lang="en-US" dirty="0" err="1"/>
              <a:t>défaut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Unicode</a:t>
            </a:r>
          </a:p>
          <a:p>
            <a:pPr lvl="1"/>
            <a:r>
              <a:rPr lang="en-US" dirty="0"/>
              <a:t>2, 4 </a:t>
            </a:r>
            <a:r>
              <a:rPr lang="en-US" dirty="0" err="1"/>
              <a:t>ou</a:t>
            </a:r>
            <a:r>
              <a:rPr lang="en-US" dirty="0"/>
              <a:t> 8 octets par </a:t>
            </a:r>
            <a:r>
              <a:rPr lang="en-US" dirty="0" err="1"/>
              <a:t>caractères</a:t>
            </a:r>
            <a:endParaRPr lang="en-US" dirty="0"/>
          </a:p>
          <a:p>
            <a:pPr lvl="1"/>
            <a:r>
              <a:rPr lang="en-US" dirty="0"/>
              <a:t>Il </a:t>
            </a:r>
            <a:r>
              <a:rPr lang="en-US" dirty="0" err="1"/>
              <a:t>est</a:t>
            </a:r>
            <a:r>
              <a:rPr lang="en-US" dirty="0"/>
              <a:t> possible </a:t>
            </a:r>
            <a:r>
              <a:rPr lang="en-US" dirty="0" err="1"/>
              <a:t>d’ouvrir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mode </a:t>
            </a:r>
            <a:r>
              <a:rPr lang="en-US" dirty="0" err="1"/>
              <a:t>binaire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suffixant</a:t>
            </a:r>
            <a:r>
              <a:rPr lang="en-US" dirty="0"/>
              <a:t> b au mode</a:t>
            </a:r>
          </a:p>
          <a:p>
            <a:pPr lvl="1"/>
            <a:r>
              <a:rPr lang="en-US" dirty="0"/>
              <a:t>Par </a:t>
            </a:r>
            <a:r>
              <a:rPr lang="en-US" dirty="0" err="1"/>
              <a:t>exemple</a:t>
            </a:r>
            <a:r>
              <a:rPr lang="en-US" dirty="0"/>
              <a:t> </a:t>
            </a:r>
            <a:r>
              <a:rPr lang="en-US" dirty="0" err="1"/>
              <a:t>rb</a:t>
            </a:r>
            <a:endParaRPr lang="en-US" dirty="0"/>
          </a:p>
          <a:p>
            <a:r>
              <a:rPr lang="en-US" dirty="0"/>
              <a:t>Il </a:t>
            </a:r>
            <a:r>
              <a:rPr lang="en-US" dirty="0" err="1"/>
              <a:t>est</a:t>
            </a:r>
            <a:r>
              <a:rPr lang="en-US" dirty="0"/>
              <a:t> possible </a:t>
            </a:r>
            <a:r>
              <a:rPr lang="en-US" dirty="0" err="1"/>
              <a:t>d’ouvrir</a:t>
            </a:r>
            <a:r>
              <a:rPr lang="en-US" dirty="0"/>
              <a:t> un </a:t>
            </a:r>
            <a:r>
              <a:rPr lang="en-US" dirty="0" err="1"/>
              <a:t>fichier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mode read/write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suffixant</a:t>
            </a:r>
            <a:r>
              <a:rPr lang="en-US" dirty="0"/>
              <a:t> par plus</a:t>
            </a:r>
          </a:p>
          <a:p>
            <a:r>
              <a:rPr lang="en-US" dirty="0" err="1"/>
              <a:t>Buffersize</a:t>
            </a:r>
            <a:endParaRPr lang="en-US" dirty="0"/>
          </a:p>
          <a:p>
            <a:pPr lvl="1"/>
            <a:r>
              <a:rPr lang="en-US" altLang="fr-FR" dirty="0"/>
              <a:t>0 = unbuffered</a:t>
            </a:r>
          </a:p>
          <a:p>
            <a:pPr lvl="1"/>
            <a:r>
              <a:rPr lang="en-US" altLang="fr-FR" dirty="0"/>
              <a:t>1 = line-buffered</a:t>
            </a:r>
          </a:p>
          <a:p>
            <a:pPr lvl="1"/>
            <a:r>
              <a:rPr lang="en-US" altLang="fr-FR" dirty="0"/>
              <a:t>&gt;1 = buffered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51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Lecture du fichier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Read()</a:t>
            </a:r>
          </a:p>
          <a:p>
            <a:pPr lvl="1"/>
            <a:r>
              <a:rPr lang="fr-FR" dirty="0"/>
              <a:t>Lit l’intégralité du fichier</a:t>
            </a:r>
          </a:p>
          <a:p>
            <a:pPr lvl="1"/>
            <a:r>
              <a:rPr lang="fr-FR" dirty="0"/>
              <a:t>A réserver aux petits fichiers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r>
              <a:rPr lang="fr-FR" dirty="0" err="1"/>
              <a:t>Readline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Lecture ligne par ligne</a:t>
            </a:r>
          </a:p>
          <a:p>
            <a:pPr lvl="1"/>
            <a:r>
              <a:rPr lang="fr-FR" dirty="0"/>
              <a:t>Si </a:t>
            </a:r>
            <a:r>
              <a:rPr lang="fr-FR" dirty="0" err="1"/>
              <a:t>readline</a:t>
            </a:r>
            <a:r>
              <a:rPr lang="fr-FR" dirty="0"/>
              <a:t>() renvoie une chine vide sans \n la fin du fichier est atteinte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140968"/>
            <a:ext cx="4838346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Boucler sur un fichier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une écriture simplifiée pour lire le contenu d’un fichier ligne par ligne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Il est également possible d’utiliser </a:t>
            </a:r>
            <a:r>
              <a:rPr lang="fr-FR" dirty="0" err="1"/>
              <a:t>readlines</a:t>
            </a:r>
            <a:r>
              <a:rPr lang="fr-FR" dirty="0"/>
              <a:t>() qui retourne une liste de string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924944"/>
            <a:ext cx="3028156" cy="75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56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Write()</a:t>
            </a:r>
          </a:p>
          <a:p>
            <a:pPr lvl="1"/>
            <a:r>
              <a:rPr lang="fr-FR" dirty="0"/>
              <a:t>Ecrit une chaîne dans un fichier</a:t>
            </a:r>
          </a:p>
          <a:p>
            <a:r>
              <a:rPr lang="fr-FR" dirty="0"/>
              <a:t>Close()</a:t>
            </a:r>
          </a:p>
          <a:p>
            <a:pPr lvl="1"/>
            <a:r>
              <a:rPr lang="fr-FR" dirty="0"/>
              <a:t>Ferme et flush le fichier</a:t>
            </a:r>
          </a:p>
          <a:p>
            <a:r>
              <a:rPr lang="fr-FR" dirty="0"/>
              <a:t>Flush()</a:t>
            </a:r>
          </a:p>
          <a:p>
            <a:pPr lvl="1"/>
            <a:r>
              <a:rPr lang="fr-FR" dirty="0"/>
              <a:t>Force l’écriture physique dans le fichier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44" y="4581128"/>
            <a:ext cx="8366385" cy="101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4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Peur d’oublier le close()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With</a:t>
            </a:r>
            <a:endParaRPr lang="fr-FR" dirty="0"/>
          </a:p>
          <a:p>
            <a:pPr lvl="1"/>
            <a:r>
              <a:rPr lang="fr-FR" dirty="0"/>
              <a:t>Permet de clôturer </a:t>
            </a:r>
            <a:r>
              <a:rPr lang="fr-FR"/>
              <a:t>automatiquement un </a:t>
            </a:r>
            <a:r>
              <a:rPr lang="fr-FR" dirty="0"/>
              <a:t>fichier</a:t>
            </a:r>
          </a:p>
          <a:p>
            <a:pPr lvl="1"/>
            <a:r>
              <a:rPr lang="fr-FR" dirty="0"/>
              <a:t>Identique </a:t>
            </a:r>
            <a:r>
              <a:rPr lang="fr-FR" dirty="0" err="1"/>
              <a:t>Using</a:t>
            </a:r>
            <a:r>
              <a:rPr lang="fr-FR" dirty="0"/>
              <a:t> de C#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20" y="3212976"/>
            <a:ext cx="6496633" cy="105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16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CSV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fichier CSV est un fichier où les données sont séparées par un séparateur</a:t>
            </a:r>
          </a:p>
          <a:p>
            <a:pPr lvl="1"/>
            <a:r>
              <a:rPr lang="fr-FR" dirty="0"/>
              <a:t>Par défaut le séparateur est « , »</a:t>
            </a:r>
          </a:p>
          <a:p>
            <a:pPr lvl="1"/>
            <a:r>
              <a:rPr lang="fr-FR" dirty="0"/>
              <a:t>Facultativement la première ligne représente le nom des colonnes</a:t>
            </a:r>
          </a:p>
          <a:p>
            <a:r>
              <a:rPr lang="fr-FR" dirty="0"/>
              <a:t>Module csv</a:t>
            </a:r>
          </a:p>
          <a:p>
            <a:pPr lvl="1"/>
            <a:r>
              <a:rPr lang="fr-FR" dirty="0"/>
              <a:t>Permet de lire et écrire facilement un CSV</a:t>
            </a:r>
          </a:p>
          <a:p>
            <a:pPr lvl="1"/>
            <a:r>
              <a:rPr lang="fr-FR" dirty="0"/>
              <a:t>Import csv</a:t>
            </a:r>
          </a:p>
          <a:p>
            <a:pPr lvl="1"/>
            <a:r>
              <a:rPr lang="fr-FR" dirty="0"/>
              <a:t>Binaire</a:t>
            </a:r>
          </a:p>
        </p:txBody>
      </p:sp>
    </p:spTree>
    <p:extLst>
      <p:ext uri="{BB962C8B-B14F-4D97-AF65-F5344CB8AC3E}">
        <p14:creationId xmlns:p14="http://schemas.microsoft.com/office/powerpoint/2010/main" val="2113107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CSV exemples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Lecture par ligne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Changer le délimiteur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Lecture par ligne et colonne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988840"/>
            <a:ext cx="3813107" cy="124509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4149080"/>
            <a:ext cx="6048672" cy="43204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5492948"/>
            <a:ext cx="6677396" cy="110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93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fr-FR" dirty="0" err="1"/>
              <a:t>C'est</a:t>
            </a:r>
            <a:r>
              <a:rPr lang="en-GB" altLang="fr-FR" dirty="0"/>
              <a:t> un module </a:t>
            </a:r>
            <a:r>
              <a:rPr lang="en-GB" altLang="fr-FR" dirty="0" err="1"/>
              <a:t>étonnant</a:t>
            </a:r>
            <a:r>
              <a:rPr lang="en-GB" altLang="fr-FR" dirty="0"/>
              <a:t> qui </a:t>
            </a:r>
            <a:r>
              <a:rPr lang="en-GB" altLang="fr-FR" dirty="0" err="1"/>
              <a:t>peut</a:t>
            </a:r>
            <a:r>
              <a:rPr lang="en-GB" altLang="fr-FR" dirty="0"/>
              <a:t> </a:t>
            </a:r>
            <a:r>
              <a:rPr lang="en-GB" altLang="fr-FR" dirty="0" err="1"/>
              <a:t>prendre</a:t>
            </a:r>
            <a:r>
              <a:rPr lang="en-GB" altLang="fr-FR" dirty="0"/>
              <a:t> </a:t>
            </a:r>
            <a:r>
              <a:rPr lang="en-GB" altLang="fr-FR" dirty="0" err="1"/>
              <a:t>presque</a:t>
            </a:r>
            <a:r>
              <a:rPr lang="en-GB" altLang="fr-FR" dirty="0"/>
              <a:t> </a:t>
            </a:r>
            <a:r>
              <a:rPr lang="en-GB" altLang="fr-FR" dirty="0" err="1"/>
              <a:t>n'importe</a:t>
            </a:r>
            <a:r>
              <a:rPr lang="en-GB" altLang="fr-FR" dirty="0"/>
              <a:t> </a:t>
            </a:r>
            <a:r>
              <a:rPr lang="en-GB" altLang="fr-FR" dirty="0" err="1"/>
              <a:t>quel</a:t>
            </a:r>
            <a:r>
              <a:rPr lang="en-GB" altLang="fr-FR" dirty="0"/>
              <a:t> objet Python, et le </a:t>
            </a:r>
            <a:r>
              <a:rPr lang="en-GB" altLang="fr-FR" dirty="0" err="1"/>
              <a:t>convertir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représentation</a:t>
            </a:r>
            <a:r>
              <a:rPr lang="en-GB" altLang="fr-FR" dirty="0"/>
              <a:t> sous </a:t>
            </a:r>
            <a:r>
              <a:rPr lang="en-GB" altLang="fr-FR" dirty="0" err="1"/>
              <a:t>forme</a:t>
            </a:r>
            <a:r>
              <a:rPr lang="en-GB" altLang="fr-FR" dirty="0"/>
              <a:t> de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endParaRPr lang="en-GB" altLang="fr-FR" dirty="0"/>
          </a:p>
          <a:p>
            <a:r>
              <a:rPr lang="en-GB" altLang="fr-FR" dirty="0"/>
              <a:t>Ce </a:t>
            </a:r>
            <a:r>
              <a:rPr lang="en-GB" altLang="fr-FR" dirty="0" err="1"/>
              <a:t>processus</a:t>
            </a:r>
            <a:r>
              <a:rPr lang="en-GB" altLang="fr-FR" dirty="0"/>
              <a:t> </a:t>
            </a:r>
            <a:r>
              <a:rPr lang="en-GB" altLang="fr-FR" dirty="0" err="1"/>
              <a:t>s'appelle</a:t>
            </a:r>
            <a:r>
              <a:rPr lang="en-GB" altLang="fr-FR" dirty="0"/>
              <a:t> </a:t>
            </a:r>
            <a:r>
              <a:rPr lang="en-GB" altLang="fr-FR" b="1" dirty="0"/>
              <a:t>pickling</a:t>
            </a:r>
            <a:endParaRPr lang="en-GB" altLang="fr-FR" dirty="0"/>
          </a:p>
          <a:p>
            <a:r>
              <a:rPr lang="en-GB" altLang="fr-FR" dirty="0" err="1"/>
              <a:t>Reconstruire</a:t>
            </a:r>
            <a:r>
              <a:rPr lang="en-GB" altLang="fr-FR" dirty="0"/>
              <a:t> </a:t>
            </a:r>
            <a:r>
              <a:rPr lang="en-GB" altLang="fr-FR" dirty="0" err="1"/>
              <a:t>l'objet</a:t>
            </a:r>
            <a:r>
              <a:rPr lang="en-GB" altLang="fr-FR" dirty="0"/>
              <a:t> à </a:t>
            </a:r>
            <a:r>
              <a:rPr lang="en-GB" altLang="fr-FR" dirty="0" err="1"/>
              <a:t>partir</a:t>
            </a:r>
            <a:r>
              <a:rPr lang="en-GB" altLang="fr-FR" dirty="0"/>
              <a:t> de </a:t>
            </a:r>
            <a:r>
              <a:rPr lang="en-GB" altLang="fr-FR" dirty="0" err="1"/>
              <a:t>sa</a:t>
            </a:r>
            <a:r>
              <a:rPr lang="en-GB" altLang="fr-FR" dirty="0"/>
              <a:t> </a:t>
            </a:r>
            <a:r>
              <a:rPr lang="en-GB" altLang="fr-FR" dirty="0" err="1"/>
              <a:t>représentation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r>
              <a:rPr lang="en-GB" altLang="fr-FR" dirty="0"/>
              <a:t> </a:t>
            </a:r>
            <a:r>
              <a:rPr lang="en-GB" altLang="fr-FR" dirty="0" err="1"/>
              <a:t>s'appelle</a:t>
            </a:r>
            <a:r>
              <a:rPr lang="en-GB" altLang="fr-FR" dirty="0"/>
              <a:t> </a:t>
            </a:r>
            <a:r>
              <a:rPr lang="en-GB" altLang="fr-FR" b="1" dirty="0" err="1"/>
              <a:t>unpickling</a:t>
            </a:r>
            <a:endParaRPr lang="en-GB" altLang="fr-FR" dirty="0"/>
          </a:p>
          <a:p>
            <a:pPr lvl="1"/>
            <a:r>
              <a:rPr lang="en-GB" altLang="fr-FR" dirty="0"/>
              <a:t>Entre pickling et </a:t>
            </a:r>
            <a:r>
              <a:rPr lang="en-GB" altLang="fr-FR" dirty="0" err="1"/>
              <a:t>unpickling</a:t>
            </a:r>
            <a:r>
              <a:rPr lang="en-GB" altLang="fr-FR" dirty="0"/>
              <a:t>, la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r>
              <a:rPr lang="en-GB" altLang="fr-FR" dirty="0"/>
              <a:t> </a:t>
            </a:r>
            <a:r>
              <a:rPr lang="en-GB" altLang="fr-FR" dirty="0" err="1"/>
              <a:t>représentant</a:t>
            </a:r>
            <a:r>
              <a:rPr lang="en-GB" altLang="fr-FR" dirty="0"/>
              <a:t> </a:t>
            </a:r>
            <a:r>
              <a:rPr lang="en-GB" altLang="fr-FR" dirty="0" err="1"/>
              <a:t>l'objet</a:t>
            </a:r>
            <a:r>
              <a:rPr lang="en-GB" altLang="fr-FR" dirty="0"/>
              <a:t> a </a:t>
            </a:r>
            <a:r>
              <a:rPr lang="en-GB" altLang="fr-FR" dirty="0" err="1"/>
              <a:t>pu</a:t>
            </a:r>
            <a:r>
              <a:rPr lang="en-GB" altLang="fr-FR" dirty="0"/>
              <a:t> </a:t>
            </a:r>
            <a:r>
              <a:rPr lang="en-GB" altLang="fr-FR" dirty="0" err="1"/>
              <a:t>avoir</a:t>
            </a:r>
            <a:r>
              <a:rPr lang="en-GB" altLang="fr-FR" dirty="0"/>
              <a:t> </a:t>
            </a:r>
            <a:r>
              <a:rPr lang="en-GB" altLang="fr-FR" dirty="0" err="1"/>
              <a:t>été</a:t>
            </a:r>
            <a:r>
              <a:rPr lang="en-GB" altLang="fr-FR" dirty="0"/>
              <a:t> </a:t>
            </a:r>
            <a:r>
              <a:rPr lang="en-GB" altLang="fr-FR" dirty="0" err="1"/>
              <a:t>enregistrée</a:t>
            </a:r>
            <a:r>
              <a:rPr lang="en-GB" altLang="fr-FR" dirty="0"/>
              <a:t> </a:t>
            </a:r>
            <a:r>
              <a:rPr lang="en-GB" altLang="fr-FR" dirty="0" err="1"/>
              <a:t>dans</a:t>
            </a:r>
            <a:r>
              <a:rPr lang="en-GB" altLang="fr-FR" dirty="0"/>
              <a:t> un </a:t>
            </a:r>
            <a:r>
              <a:rPr lang="en-GB" altLang="fr-FR" dirty="0" err="1"/>
              <a:t>fichier</a:t>
            </a:r>
            <a:r>
              <a:rPr lang="en-GB" altLang="fr-FR" dirty="0"/>
              <a:t>, </a:t>
            </a:r>
            <a:r>
              <a:rPr lang="en-GB" altLang="fr-FR" dirty="0" err="1"/>
              <a:t>ou</a:t>
            </a:r>
            <a:r>
              <a:rPr lang="en-GB" altLang="fr-FR" dirty="0"/>
              <a:t> </a:t>
            </a:r>
            <a:r>
              <a:rPr lang="en-GB" altLang="fr-FR" dirty="0" err="1"/>
              <a:t>avoir</a:t>
            </a:r>
            <a:r>
              <a:rPr lang="en-GB" altLang="fr-FR" dirty="0"/>
              <a:t> </a:t>
            </a:r>
            <a:r>
              <a:rPr lang="en-GB" altLang="fr-FR" dirty="0" err="1"/>
              <a:t>été</a:t>
            </a:r>
            <a:r>
              <a:rPr lang="en-GB" altLang="fr-FR" dirty="0"/>
              <a:t> </a:t>
            </a:r>
            <a:r>
              <a:rPr lang="en-GB" altLang="fr-FR" dirty="0" err="1"/>
              <a:t>envoyée</a:t>
            </a:r>
            <a:r>
              <a:rPr lang="en-GB" altLang="fr-FR" dirty="0"/>
              <a:t> à </a:t>
            </a:r>
            <a:r>
              <a:rPr lang="en-GB" altLang="fr-FR" dirty="0" err="1"/>
              <a:t>une</a:t>
            </a:r>
            <a:r>
              <a:rPr lang="en-GB" altLang="fr-FR" dirty="0"/>
              <a:t> machine </a:t>
            </a:r>
            <a:r>
              <a:rPr lang="en-GB" altLang="fr-FR" dirty="0" err="1"/>
              <a:t>éloignée</a:t>
            </a:r>
            <a:r>
              <a:rPr lang="en-GB" altLang="fr-FR" dirty="0"/>
              <a:t> via </a:t>
            </a:r>
            <a:r>
              <a:rPr lang="en-GB" altLang="fr-FR" dirty="0" err="1"/>
              <a:t>une</a:t>
            </a:r>
            <a:r>
              <a:rPr lang="en-GB" altLang="fr-FR" dirty="0"/>
              <a:t> connexion </a:t>
            </a:r>
            <a:r>
              <a:rPr lang="en-GB" altLang="fr-FR" dirty="0" err="1"/>
              <a:t>réseau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7322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avez un objet x, et un objet fichier f ouvert en écriture, la voie la plus simple de "pickler'' l'objet prend seulement une ligne de code </a:t>
            </a:r>
          </a:p>
          <a:p>
            <a:pPr lvl="1"/>
            <a:r>
              <a:rPr lang="fr-FR" dirty="0" err="1"/>
              <a:t>pickle.dump</a:t>
            </a:r>
            <a:r>
              <a:rPr lang="fr-FR" dirty="0"/>
              <a:t>(x, f)</a:t>
            </a:r>
          </a:p>
          <a:p>
            <a:r>
              <a:rPr lang="fr-FR" dirty="0"/>
              <a:t>Pour "</a:t>
            </a:r>
            <a:r>
              <a:rPr lang="fr-FR" dirty="0" err="1"/>
              <a:t>unpickler</a:t>
            </a:r>
            <a:r>
              <a:rPr lang="fr-FR" dirty="0"/>
              <a:t>'' l'objet, si f est un objet fichier ouvert en lecture</a:t>
            </a:r>
          </a:p>
          <a:p>
            <a:pPr lvl="1"/>
            <a:r>
              <a:rPr lang="fr-FR" dirty="0"/>
              <a:t>x = </a:t>
            </a:r>
            <a:r>
              <a:rPr lang="fr-FR" dirty="0" err="1"/>
              <a:t>pickle.load</a:t>
            </a:r>
            <a:r>
              <a:rPr lang="fr-FR" dirty="0"/>
              <a:t>(f)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018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JavaScript Object Notation</a:t>
            </a:r>
          </a:p>
          <a:p>
            <a:r>
              <a:rPr lang="fr-FR" dirty="0"/>
              <a:t>Format léger pour l‘échange de données</a:t>
            </a:r>
          </a:p>
          <a:p>
            <a:r>
              <a:rPr lang="fr-FR" dirty="0"/>
              <a:t>Avantages</a:t>
            </a:r>
          </a:p>
          <a:p>
            <a:pPr lvl="1"/>
            <a:r>
              <a:rPr lang="fr-FR"/>
              <a:t>Typé</a:t>
            </a:r>
            <a:endParaRPr lang="fr-FR" dirty="0"/>
          </a:p>
          <a:p>
            <a:pPr lvl="1"/>
            <a:r>
              <a:rPr lang="fr-FR" dirty="0"/>
              <a:t>Facile pour les machines à générer et </a:t>
            </a:r>
            <a:r>
              <a:rPr lang="fr-FR" dirty="0" err="1"/>
              <a:t>parser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313" y="3755821"/>
            <a:ext cx="4972447" cy="295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32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</a:t>
            </a:r>
            <a:r>
              <a:rPr lang="fr-FR" dirty="0" err="1"/>
              <a:t>json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Encodage</a:t>
            </a:r>
          </a:p>
          <a:p>
            <a:pPr lvl="1"/>
            <a:r>
              <a:rPr lang="fr-FR" dirty="0"/>
              <a:t>dumps(</a:t>
            </a:r>
            <a:r>
              <a:rPr lang="fr-FR" dirty="0" err="1"/>
              <a:t>obj</a:t>
            </a:r>
            <a:r>
              <a:rPr lang="fr-FR" dirty="0"/>
              <a:t>) -&gt; chaine</a:t>
            </a:r>
          </a:p>
          <a:p>
            <a:r>
              <a:rPr lang="fr-FR" dirty="0" err="1"/>
              <a:t>Decodage</a:t>
            </a:r>
            <a:endParaRPr lang="fr-FR" dirty="0"/>
          </a:p>
          <a:p>
            <a:pPr lvl="1"/>
            <a:r>
              <a:rPr lang="fr-FR" dirty="0" err="1"/>
              <a:t>loads</a:t>
            </a:r>
            <a:r>
              <a:rPr lang="fr-FR" dirty="0"/>
              <a:t>(</a:t>
            </a:r>
            <a:r>
              <a:rPr lang="fr-FR" dirty="0" err="1"/>
              <a:t>str</a:t>
            </a:r>
            <a:r>
              <a:rPr lang="fr-FR" dirty="0"/>
              <a:t>) -&gt; objet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74" y="3519636"/>
            <a:ext cx="671512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5495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10086</TotalTime>
  <Words>595</Words>
  <Application>Microsoft Office PowerPoint</Application>
  <PresentationFormat>Affichage à l'écran (4:3)</PresentationFormat>
  <Paragraphs>129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Monotype Sorts</vt:lpstr>
      <vt:lpstr>Times New Roman</vt:lpstr>
      <vt:lpstr>cvc</vt:lpstr>
      <vt:lpstr>Présentation PowerPoint</vt:lpstr>
      <vt:lpstr>Scripting</vt:lpstr>
      <vt:lpstr>Datetime</vt:lpstr>
      <vt:lpstr>Système</vt:lpstr>
      <vt:lpstr>Accéder aux arguments de la CLI</vt:lpstr>
      <vt:lpstr>Arguments complexes</vt:lpstr>
      <vt:lpstr>OS</vt:lpstr>
      <vt:lpstr>Fichier</vt:lpstr>
      <vt:lpstr>Ouverture d’un fichier</vt:lpstr>
      <vt:lpstr>Modes avancés</vt:lpstr>
      <vt:lpstr>Lecture du fichier</vt:lpstr>
      <vt:lpstr>Boucler sur un fichier</vt:lpstr>
      <vt:lpstr>Ecriture</vt:lpstr>
      <vt:lpstr>Peur d’oublier le close()</vt:lpstr>
      <vt:lpstr>CSV</vt:lpstr>
      <vt:lpstr>CSV exemples</vt:lpstr>
      <vt:lpstr>Pickle</vt:lpstr>
      <vt:lpstr>Pickle</vt:lpstr>
      <vt:lpstr>JSON</vt:lpstr>
      <vt:lpstr>Module json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318</cp:revision>
  <dcterms:created xsi:type="dcterms:W3CDTF">2000-04-10T19:33:12Z</dcterms:created>
  <dcterms:modified xsi:type="dcterms:W3CDTF">2026-09-23T09:52:36Z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